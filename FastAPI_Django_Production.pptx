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From localhost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7A3A"/>
                </a:solidFill>
                <a:latin typeface="Georgia"/>
              </a:rPr>
              <a:t>to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BBAA"/>
                </a:solidFill>
                <a:latin typeface="Calibri"/>
              </a:rPr>
              <a:t>You learned Python. You built Flask apps.
Now let's make them survive the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182880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572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5157216"/>
            <a:ext cx="18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87766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5120640"/>
            <a:ext cx="1828800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1572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Networking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157216"/>
            <a:ext cx="18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8776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5120640"/>
            <a:ext cx="182880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51572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157216"/>
            <a:ext cx="18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8776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5120640"/>
            <a:ext cx="18288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51572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157216"/>
            <a:ext cx="18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8776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5120640"/>
            <a:ext cx="1828800" cy="50292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51572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736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B5EA7"/>
                </a:solidFill>
                <a:latin typeface="Calibri"/>
              </a:rPr>
              <a:t>You are 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For students who completed Linux, Networking &amp; Python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Where You Are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Let's appreciate what you already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Terminal, bash, file system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Processes &amp; permissions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systemctl, journalctl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Networking: IP, ports, DNS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ssh, scp, firewall (ufw)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661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270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Variables, functions, classes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Lists, dicts, comprehensions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Modules &amp; pip install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File I/O, exceptions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Type hints (int, str, list)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5661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56616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@app.route, GET/POST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Templates (Jinja2)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Request &amp; response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flask run  (dev server)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http://127.0.0.1:5000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This is your foundation. Everything we learn today builds on top of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But Then... Real Users Show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Your Flask app works perfectly on your laptop. What could go wrong?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On Your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C5A"/>
                </a:solidFill>
                <a:latin typeface="Consolas"/>
              </a:rPr>
              <a:t>flask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1 user (you)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1 request at a time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Debug mode ON — helpful errors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Restart manually when it crashes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No HTTPS, no domain name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Works fine!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57784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57784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270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On a Real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5042"/>
                </a:solidFill>
                <a:latin typeface="Calibri"/>
              </a:rPr>
              <a:t>What users expect: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100+ users at the same time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Spikes: 1000 requests in one second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24/7 uptime — crashes = lost users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Fast responses (&lt; 200ms)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HTTPS, real domain, security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Your laptop is sleeping at 3AM...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flask run  was never meant for this. We need real production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Our Journey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From flask run to a production-ready server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170432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91056"/>
            <a:ext cx="731520" cy="7315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7C8F"/>
                </a:solidFill>
                <a:latin typeface="Georgia"/>
              </a:rPr>
              <a:t>Better Frameworks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7B6B"/>
                </a:solidFill>
                <a:latin typeface="Calibri"/>
              </a:rPr>
              <a:t>Django &amp; FastAPI — built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2B1F"/>
                </a:solidFill>
                <a:latin typeface="Calibri"/>
              </a:rPr>
              <a:t>Why Flask isn't enough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61488"/>
            <a:ext cx="11247120" cy="1170432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89504"/>
            <a:ext cx="731520" cy="7315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7A3A"/>
                </a:solidFill>
                <a:latin typeface="Georgia"/>
              </a:rPr>
              <a:t>How Python Really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101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7B6B"/>
                </a:solidFill>
                <a:latin typeface="Calibri"/>
              </a:rPr>
              <a:t>GIL, processes, threads, async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081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2B1F"/>
                </a:solidFill>
                <a:latin typeface="Calibri"/>
              </a:rPr>
              <a:t>Why your app runs the way it does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59935"/>
            <a:ext cx="11247120" cy="1170432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87951"/>
            <a:ext cx="731520" cy="7315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7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51375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8C5A"/>
                </a:solidFill>
                <a:latin typeface="Georgia"/>
              </a:rPr>
              <a:t>Production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0857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7B6B"/>
                </a:solidFill>
                <a:latin typeface="Calibri"/>
              </a:rPr>
              <a:t>Gunicorn, Nginx, systemd on 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7997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2B1F"/>
                </a:solidFill>
                <a:latin typeface="Calibri"/>
              </a:rPr>
              <a:t>The tools that keep your app alive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58383"/>
            <a:ext cx="11247120" cy="1170432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486399"/>
            <a:ext cx="731520" cy="7315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22975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49823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Georgia"/>
              </a:rPr>
              <a:t>Speed &amp;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90702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7B6B"/>
                </a:solidFill>
                <a:latin typeface="Calibri"/>
              </a:rPr>
              <a:t>Caching, database tricks,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67842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D2B1F"/>
                </a:solidFill>
                <a:latin typeface="Calibri"/>
              </a:rPr>
              <a:t>Making it fast and keeping it fast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Flask is Great — But It Has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Flask is a micro-framework. That's a feature, but also a challenge.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What Flask gives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Simple routing (@app.route)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Jinja2 templates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Request/response handling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Very easy to learn &amp; start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8C5A"/>
                </a:solidFill>
                <a:latin typeface="Calibri"/>
              </a:rPr>
              <a:t>Flask is excellent for learning and small projects.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What you need to add yourself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Database ORM (SQLAlchemy)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User authentication &amp; sessions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Admin dashboard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Input validation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API documentation (Swagger)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Calibri"/>
              </a:rPr>
              <a:t>▸ </a:t>
            </a:r>
            <a:r>
              <a:rPr sz="1600">
                <a:solidFill>
                  <a:srgbClr val="B85042"/>
                </a:solidFill>
                <a:latin typeface="Calibri"/>
              </a:rPr>
              <a:t>Async support (limited)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03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8C5A"/>
                </a:solidFill>
                <a:latin typeface="Calibri"/>
              </a:rPr>
              <a:t>Django and FastAPI include many of these out of the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Flask taught you the fundamentals. Now meet the frameworks built for bigger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Django — Batteries Included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Everything you need, built in. The full-stack Python framework since 2005.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Django gives you (for free):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ORM — talk to any database in Python (no SQL needed)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Admin panel — instant CRUD UI from your models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Authentication — login, logout, passwords, permissions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Migrations — track database changes in code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Forms &amp; validation — handle user input safely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Security — CSRF, XSS, SQL injection protection built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Django in 30 seconds: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79"/>
            <a:ext cx="5212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Install Django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pip install django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Create a project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django-admin startproject myproject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Create an app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python manage.py startapp blog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Run the dev server (like flask run!)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python manage.py runserver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Magic: visit /admin/ for free admin panel!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Compare to Flask: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Flask:  you build everything yourself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Django: it's already there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Think of Django as Flask + all the extensions pre-installed and pre-configured.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FastAPI — Modern, Fast &amp; Type-Safe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Built for APIs, async-first, auto-generates docs. The new kid on the block (2018).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FastAPI superpowers: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07A3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async/await — handles 1000s of connections at once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07A3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Type hints → automatic input validation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07A3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Auto API docs at /docs (Swagger UI)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07A3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Pydantic — blazing fast data validation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07A3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Built on Starlette (ASGI framework)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07A3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As fast as Node.js and Go in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Looks like Flask — but faster: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79"/>
            <a:ext cx="5212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You already know this pattern from Flask!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Flask:                    FastAPI: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@app.route("/")           @app.get("/")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def hello():              async def hello():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    return "Hello"            return {"msg": "Hello"}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from fastapi import FastAPI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app = FastAPI()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@app.get("/users/{user_id}")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async def get_user(user_id: int):  # type validated!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return {"user_id": user_id}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Run it: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uvicorn main:app --reload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Visit /docs for free Swagger UI!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If Flask is a bicycle, FastAPI is an electric bike — familiar controls, way more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Flask vs Django vs FastAPI — Which 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There's no "best" — each shines in different situations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468880" cy="502920"/>
          </a:xfrm>
          <a:prstGeom prst="rect">
            <a:avLst/>
          </a:prstGeom>
          <a:solidFill>
            <a:srgbClr val="8C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463040"/>
            <a:ext cx="22860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Flask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463040"/>
            <a:ext cx="246888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4688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Django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463040"/>
            <a:ext cx="3749039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7" y="15087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011680"/>
            <a:ext cx="228600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Micro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01168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Full-stack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011680"/>
            <a:ext cx="3749039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7" y="210312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API-first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560320"/>
            <a:ext cx="228600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Add yourself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56032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4688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Built 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560320"/>
            <a:ext cx="3749039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26517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Add yourself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Admin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108960"/>
            <a:ext cx="228600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248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310896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4688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Built 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108960"/>
            <a:ext cx="3749039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7" y="32004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5760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Async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657600"/>
            <a:ext cx="228600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7248" y="3749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Limited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365760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4688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Partial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3657600"/>
            <a:ext cx="3749039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7" y="3749039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First-class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20624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297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4206240"/>
            <a:ext cx="228600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7248" y="4297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Add yourself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60" y="420624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04688" y="4297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Forms / DRF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4206240"/>
            <a:ext cx="3749039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65007" y="4297679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Automatic (Pydantic)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5488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API docs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754880"/>
            <a:ext cx="228600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27248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Add yourself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4960" y="475488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04688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DRF + Spectacular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4754880"/>
            <a:ext cx="3749039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65007" y="484632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Built in (Swagger)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30352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5394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Learning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5303520"/>
            <a:ext cx="228600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27248" y="53949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Easy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94960" y="5303520"/>
            <a:ext cx="2468880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04688" y="5394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Moderate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79" y="5303520"/>
            <a:ext cx="3749039" cy="5029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65007" y="5394959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Easy (if you know types)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85216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7B6B"/>
                </a:solidFill>
                <a:latin typeface="Calibri"/>
              </a:rPr>
              <a:t>Best for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5852160"/>
            <a:ext cx="228600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27248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Learning, small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94960" y="5852160"/>
            <a:ext cx="2468880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04688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C5A"/>
                </a:solidFill>
                <a:latin typeface="Calibri"/>
              </a:rPr>
              <a:t>Full websites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79" y="5852160"/>
            <a:ext cx="3749039" cy="502920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65007" y="59436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7A3A"/>
                </a:solidFill>
                <a:latin typeface="Calibri"/>
              </a:rPr>
              <a:t>APIs, microservices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You'll learn Django &amp; FastAPI to understand production. Flask taught you the basics — these go further.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4648" y="1097280"/>
            <a:ext cx="1828800" cy="18288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84648" y="128016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B85042"/>
                </a:solidFill>
                <a:latin typeface="Georgia"/>
              </a:rPr>
              <a:t>How Python Really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C7B6B"/>
                </a:solidFill>
                <a:latin typeface="Calibri"/>
              </a:rPr>
              <a:t>You wrote Python code. Now let's see what Linux actually does when it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What Happens When You Run  flask run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Let's trace what actually happens on your Linux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2B1F"/>
                </a:solidFill>
                <a:latin typeface="Calibri"/>
              </a:rPr>
              <a:t>You type: flask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64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Your terminal runs a Python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486400" cy="5486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270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Your terminal runs a Python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2B1F"/>
                </a:solidFill>
                <a:latin typeface="Calibri"/>
              </a:rPr>
              <a:t>Python starts a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96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Linux allocates memory, PID, file descriptors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48840"/>
            <a:ext cx="5486400" cy="5486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58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Linux allocates memory, PID, file descriptors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2B1F"/>
                </a:solidFill>
                <a:latin typeface="Calibri"/>
              </a:rPr>
              <a:t>Werkzeug opens a socket on :5000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27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socket() → bind() → listen() — Linux system calls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80360"/>
            <a:ext cx="5486400" cy="5486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900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socket() → bind() → listen() — Linux system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548640" cy="54864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033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2B1F"/>
                </a:solidFill>
                <a:latin typeface="Calibri"/>
              </a:rPr>
              <a:t>A browser sends GET 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59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TCP packet arrives at port 5000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11880"/>
            <a:ext cx="5486400" cy="5486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7216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TCP packet arrives at port 5000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43400"/>
            <a:ext cx="548640" cy="54864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348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2B1F"/>
                </a:solidFill>
                <a:latin typeface="Calibri"/>
              </a:rPr>
              <a:t>Linux wakes up your Python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690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accept() returns a new socket file descriptor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343400"/>
            <a:ext cx="5486400" cy="5486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453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accept() returns a new socket file descriptor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74920"/>
            <a:ext cx="548640" cy="5486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6635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2B1F"/>
                </a:solidFill>
                <a:latin typeface="Calibri"/>
              </a:rPr>
              <a:t>Flask calls your @app.route function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422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Your Python code finally runs!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074920"/>
            <a:ext cx="5486400" cy="5486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1846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Your Python code finally runs!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06440"/>
            <a:ext cx="548640" cy="54864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897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2B1F"/>
                </a:solidFill>
                <a:latin typeface="Calibri"/>
              </a:rPr>
              <a:t>Response sent back through the socket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6153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Python → kernel → NIC → browser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806440"/>
            <a:ext cx="5486400" cy="5486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916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Python → kernel → NIC → browser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One process, one request at a time. What if 100 users hit your app at the same moment?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Python's GIL — The Global Interpreter 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The reason Python is great with processes but tricky with threads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6400800" cy="21945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40080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What is the GIL?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A lock inside CPython that allows only ONE thread to run Python code at a time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Even on a 16-core server — only 1 core executes Python at any moment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It exists because Python's memory management isn't thread-safe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This means: threads in Python cannot do true parallel CPU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463040"/>
            <a:ext cx="4572000" cy="21945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463040"/>
            <a:ext cx="4572000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270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2 Threads, 1 Lock — they take turns: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Thread 1: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03120"/>
            <a:ext cx="1188720" cy="29260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21408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2103120"/>
            <a:ext cx="457200" cy="292608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6608" y="2121408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C7B6B"/>
                </a:solidFill>
                <a:latin typeface="Calibri"/>
              </a:rPr>
              <a:t>wait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103120"/>
            <a:ext cx="914400" cy="29260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3808" y="212140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2103120"/>
            <a:ext cx="640080" cy="292608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8208" y="2121408"/>
            <a:ext cx="603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C7B6B"/>
                </a:solidFill>
                <a:latin typeface="Calibri"/>
              </a:rPr>
              <a:t>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5EA7"/>
                </a:solidFill>
                <a:latin typeface="Calibri"/>
              </a:rPr>
              <a:t>Thread 2: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468880"/>
            <a:ext cx="1188720" cy="292608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487168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C7B6B"/>
                </a:solidFill>
                <a:latin typeface="Calibri"/>
              </a:rPr>
              <a:t>wait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468880"/>
            <a:ext cx="457200" cy="29260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2487168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468880"/>
            <a:ext cx="914400" cy="292608"/>
          </a:xfrm>
          <a:prstGeom prst="rect">
            <a:avLst/>
          </a:prstGeom>
          <a:solidFill>
            <a:srgbClr val="E8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8" y="248716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C7B6B"/>
                </a:solidFill>
                <a:latin typeface="Calibri"/>
              </a:rPr>
              <a:t>wait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0" y="2468880"/>
            <a:ext cx="640080" cy="29260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8208" y="2487168"/>
            <a:ext cx="603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5394960" cy="2743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53949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04487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The Solution: Use Processes!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805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Each process gets its OWN Python interpreter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Each process has its own GIL = true parallelism!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4 processes on 4 cores = 4x throughput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This is exactly what Gunicorn does for your web 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840480"/>
            <a:ext cx="5577840" cy="2743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840480"/>
            <a:ext cx="557784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904487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Gunicorn (coming soon!) forks processes: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434840"/>
            <a:ext cx="5577840" cy="205740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572000"/>
            <a:ext cx="530352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# Gunicorn spawns 4 separate processes: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Master ──┬── Worker 1 (own Python + GIL)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          ├── Worker 2 (own Python + GIL)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          ├── Worker 3 (own Python + GIL)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          └── Worker 4 (own Python + GIL)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Each worker can handle a different request!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4 workers = 4 requests in parallel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Linux command to see them: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ps aux | grep gunicorn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But Wait — Threads DO Work for I/O!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The GIL is released when Python waits for the network or disk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1887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The Key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When your code does  await db.query()  or  requests.get(url), Python is NOT running — it's waiting for the 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C5A"/>
                </a:solidFill>
                <a:latin typeface="Calibri"/>
              </a:rPr>
              <a:t>CPython releases the GIL during these I/O system calls, so other threads can run while one waits!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36576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539496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Without threads — one at a time: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394960" cy="306324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1206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import requests, time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urls = ["api.com/a", "api.com/b", "api.com/c",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    "api.com/d", "api.com/e"]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Each request takes ~1 second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start = time.time()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for url in urls: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requests.get(url)    # waits 1s, then next...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print(f"Total: {time.time()-start:.0f}s")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Result: 5 seconds (1+1+1+1+1)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Python waits for each one to finish before starting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the next. The CPU does NOTHING during the wait!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34640"/>
            <a:ext cx="5577840" cy="36576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834640"/>
            <a:ext cx="557784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898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With threads — all at once: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383280"/>
            <a:ext cx="5577840" cy="306324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520440"/>
            <a:ext cx="530352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from concurrent.futures import ThreadPoolExecutor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Same 5 requests, but in parallel: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start = time.time()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with ThreadPoolExecutor(max_workers=5) as pool: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results = list(pool.map(requests.get, urls))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print(f"Total: {time.time()-start:.0f}s")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Result: 1 second!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All 5 requests wait in parallel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GIL is released during each recv() system call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So threads take turns running Python code while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the others wait for network responses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async/await — Thousands of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The model that makes FastAPI so fast — cooperative multitasking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How it works — the Event Loop: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84048" cy="43891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167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2B1F"/>
                </a:solidFill>
                <a:latin typeface="Calibri"/>
              </a:rPr>
              <a:t>Task A runs until  await db.fetch()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4231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C7B6B"/>
                </a:solidFill>
                <a:latin typeface="Calibri"/>
              </a:rPr>
              <a:t>Task A pauses voluntarily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384048" cy="438912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807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2B1F"/>
                </a:solidFill>
                <a:latin typeface="Calibri"/>
              </a:rPr>
              <a:t>Loop picks up Task B → runs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0632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C7B6B"/>
                </a:solidFill>
                <a:latin typeface="Calibri"/>
              </a:rPr>
              <a:t>Task A is still waiting for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384048" cy="438912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838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47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2B1F"/>
                </a:solidFill>
                <a:latin typeface="Calibri"/>
              </a:rPr>
              <a:t>Task B hits  await http.get() → pauses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7033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C7B6B"/>
                </a:solidFill>
                <a:latin typeface="Calibri"/>
              </a:rPr>
              <a:t>Now both are waiting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69079"/>
            <a:ext cx="384048" cy="438912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2394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08736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2B1F"/>
                </a:solidFill>
                <a:latin typeface="Calibri"/>
              </a:rPr>
              <a:t>DB responds! Loop resumes Task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34339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C7B6B"/>
                </a:solidFill>
                <a:latin typeface="Calibri"/>
              </a:rPr>
              <a:t>Task A finishes, response 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09160"/>
            <a:ext cx="384048" cy="438912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27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2B1F"/>
                </a:solidFill>
                <a:latin typeface="Calibri"/>
              </a:rPr>
              <a:t>HTTP responds! Loop resumes Task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83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C7B6B"/>
                </a:solidFill>
                <a:latin typeface="Calibri"/>
              </a:rPr>
              <a:t>Repeat forever, no wasted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10,000 connections: threads = 20GB RAM | async = ~100MB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463040"/>
            <a:ext cx="54864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5270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async in Python — it's just functions!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240279"/>
            <a:ext cx="5212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import asyncio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Regular function — blocks everything: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def get_user(id):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result = db.query(id)       # blocks!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return result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Async function — yields during wait: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async def get_user(id):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result = await db.query(id) # yields!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return result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# While waiting, other tasks run!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FastAPI uses this automatically: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@app.get("/users/{id}")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async def get_user(id: int):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user = await db.get(User, id)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return user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'await' means: "I'm waiting for I/O,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                 let someone else run"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Processes for CPU power. Threads for I/O parallelism. Async for massive concurrency.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Which Concurrency Model to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A simple decision guide — match the tool to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749039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749039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Multi-Process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7B6B"/>
                </a:solidFill>
                <a:latin typeface="Calibri"/>
              </a:rPr>
              <a:t>Gunicorn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688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True parallelism — 1 process per CPU core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Each process has its own GIL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Crash isolation — one dies, others live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Used by: Gunicorn serving Django/FastAPI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617720"/>
            <a:ext cx="3547872" cy="11887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81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Use for: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5604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CPU math, image processing,
multiple independent 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463040"/>
            <a:ext cx="3749039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463040"/>
            <a:ext cx="3749039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Threading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7B6B"/>
                </a:solidFill>
                <a:latin typeface="Calibri"/>
              </a:rPr>
              <a:t>ThreadPoolExecutor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688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7C8F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GIL released during I/O system calls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A7C8F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Shared memory — fast data exchange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A7C8F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Lower memory than processes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A7C8F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Used by: database queries, HTTP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617720"/>
            <a:ext cx="3547872" cy="11887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4681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Use for: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495604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File I/O, network requests,
database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1463040"/>
            <a:ext cx="3749039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1463040"/>
            <a:ext cx="3749039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Async/Await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7B6B"/>
                </a:solidFill>
                <a:latin typeface="Calibri"/>
              </a:rPr>
              <a:t>asyncio + Uvicorn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4688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7A3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One thread, thousands of coroutines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7A3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Lowest memory footprint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7A3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Best for I/O-heavy, high-concurrency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7A3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Used by: FastAPI + Uvicorn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94192" y="4617720"/>
            <a:ext cx="3547872" cy="11887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3064" y="4681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Use for: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4" y="495604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APIs with 1000+ concurrent users,
WebSockets, real-time apps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4648" y="1097280"/>
            <a:ext cx="1828800" cy="18288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84648" y="128016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B85042"/>
                </a:solidFill>
                <a:latin typeface="Georgia"/>
              </a:rPr>
              <a:t>Production Setup on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C7B6B"/>
                </a:solidFill>
                <a:latin typeface="Calibri"/>
              </a:rPr>
              <a:t>Your Flask/Django/FastAPI app works locally. Let's make it run on a real server — permanently.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WSGI vs ASGI — The Server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Remember flask run? That uses Werkzeug (WSGI). There's also a newer standard: ASGI.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WSGI — Synchronous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Flask &amp; Django default  |  PEP 3333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One request → one function call → one response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Simple and reliable — been around since 2003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Blocking: function must finish before next request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5B8C5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Production server: Gunicorn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5394960" cy="182880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72000"/>
            <a:ext cx="5120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# This is what WSGI looks like inside: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def application(environ, start_response):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start_response('200 OK', [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('Content-Type', 'text/plain')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])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return [b'Hello World']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Flask wraps this for you!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In production: Gunicorn calls this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57784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57784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270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ASGI — Async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FastAPI &amp; Django 3.1+  |  WebSockets + HTTP/2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Handles many connections concurrently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Supports WebSockets, streaming, SSE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Non-blocking: event loop serves many at once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07A3A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Production server: Uvicorn (inside Gunicorn)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434840"/>
            <a:ext cx="5577840" cy="182880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72000"/>
            <a:ext cx="5303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# ASGI uses async functions: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async def application(scope, receive, send):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await send({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"type": "http.response.start",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"status": 200,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})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await send({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"type": "http.response.body",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"body": b"Hello World",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})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FastAPI wraps this for you!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Gunicorn — Your Production Process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Remember: flask run is for development only. Gunicorn is what runs in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Why not just use  flask run  in production?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B85042"/>
                </a:solidFill>
                <a:latin typeface="Calibri"/>
              </a:rPr>
              <a:t>flask run  uses 1 process, 1 thread — can only serve 1 request at a time!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Gunicorn spawns multiple worker PROCESSES — each handles requests independently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Auto-restarts crashed workers, graceful reload for zero-downtime updates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Calibri"/>
              </a:rPr>
              <a:t>▸ </a:t>
            </a:r>
            <a:r>
              <a:rPr sz="1500">
                <a:solidFill>
                  <a:srgbClr val="3D2B1F"/>
                </a:solidFill>
                <a:latin typeface="Calibri"/>
              </a:rPr>
              <a:t>Production-tested since 2009 — used by Instagram, Mozilla, and thousands of companies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5394960" cy="35661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3949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815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Django + Gunicorn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5394960" cy="292608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51206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Install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pip install gunicorn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Run with 4 worker processes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gunicorn myproject.wsgi:application \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--workers 4 \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--bind 0.0.0.0:8000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How many workers? Rule of thumb: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workers = (2 x CPU cores) + 1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On a 2-core server: 5 workers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Check CPU cores on Linux: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nproc    # -&gt;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017520"/>
            <a:ext cx="5577840" cy="35661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017520"/>
            <a:ext cx="557784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081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FastAPI + Gunicorn + Uvicorn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566160"/>
            <a:ext cx="5577840" cy="292608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703320"/>
            <a:ext cx="5303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Install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pip install gunicorn uvicorn[standard]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Gunicorn manages processes,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Uvicorn handles async inside each one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gunicorn main:app \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--workers 4 \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--worker-class uvicorn.workers.UvicornWorker \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--bind 0.0.0.0:8000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Now each worker runs an async event loop!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4 workers x 1000s of async connections each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= massive concurrency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During development (like flask run):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uvicorn main:app --reload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Setting Up Your Project on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Virtual environments keep your project's packages isolated — essential for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Step by step: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394960" cy="416052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512064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1. Create project directory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mkdir /var/www/myapp &amp;&amp; cd /var/www/myapp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2. Create virtual environment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python3 -m venv venv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3. Activate it (changes your $PATH)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source venv/bin/activate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Prompt: (venv) user@server:~$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4. Install dependencies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pip install django gunicorn psycopg2-binary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or: pip install fastapi uvicorn gunicorn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5. Save exact versions (reproducible!)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pip freeze &gt; requirements.txt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6. On a new server? Reproduce exactly: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pip install -r requirements.txt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7. Check where Python lives now: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which python  # -&gt; /var/www/myapp/venv/bin/python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57784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57784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270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Production project layout: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57400"/>
            <a:ext cx="5577840" cy="356616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5303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/var/www/myapp/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├── venv/                 &lt;- virtual environment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└── bin/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    ├── python        &lt;- isolated Python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    ├── pip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    └── gunicorn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├── myproject/            &lt;- your Django project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├── settings.py       &lt;- configuration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├── urls.py           &lt;- URL routing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└── wsgi.py           &lt;- WSGI entry point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├── myapp/                &lt;- your app code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├── models.py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├── views.py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   └── urls.py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│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├── static/               &lt;- CSS, JS, images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├── .env                  &lt;- secrets (chmod 600!)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├── requirements.txt      &lt;- pip freeze output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└── manage.py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52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Security: chown -R www-data:www-data /var/www/myapp  &amp;&amp;  chmod 600 .env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systemd — Keep Your App Running Forever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You already use systemctl! Now create a service for your web app.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640080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64008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Service file: /etc/systemd/system/myapp.service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6400800" cy="425196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612648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[Unit]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Description=My Web Application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After=network.target postgresql.service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[Service]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User=www-data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Group=www-data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WorkingDirectory=/var/www/myapp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Load your secrets from .env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EnvironmentFile=/var/www/myapp/.env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Django: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ExecStart=/var/www/myapp/venv/bin/gunicorn \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myproject.wsgi:application \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--workers 4 \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--bind unix:/run/myapp.sock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FastAPI (swap the line above for this):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ExecStart=/var/www/myapp/venv/bin/gunicorn \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    main:app \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    --workers 4 \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    --worker-class uvicorn.workers.UvicornWorker \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    --bind unix:/run/myapp.sock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Restart=always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RestartSec=3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[Install]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WantedBy=multi-user.target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463040"/>
            <a:ext cx="457200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1463040"/>
            <a:ext cx="457200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5270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Commands you already know!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103120"/>
            <a:ext cx="4572000" cy="228600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240279"/>
            <a:ext cx="4297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Enable (start on boot)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sudo systemctl enable myapp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Start it now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sudo systemctl start myapp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Check status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sudo systemctl status myapp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View live logs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sudo journalctl -u myapp -f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After code changes: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sudo systemctl restart myapp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720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Starts on boot — survives reboots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Auto-restarts on crash (Restart=always)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Logs via journalctl (you know this!)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Unix socket = faster than TCP locally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Your app now runs as a service — just like nginx, postgresql, and redis on your Linux box.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Nginx — The Front Door of Your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Users talk to Nginx. Nginx talks to your app. Your app never faces the internet directly.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7C8F"/>
                </a:solidFill>
                <a:latin typeface="Calibri"/>
              </a:rPr>
              <a:t>Internet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828800" cy="7315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Browser
HTTP/HTTPS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7B6B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554480"/>
            <a:ext cx="2743200" cy="18288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664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Nginx :80/:443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DCC"/>
                </a:solidFill>
                <a:latin typeface="Calibri"/>
              </a:rPr>
              <a:t>TLS termination
Static files
Load balancing
Rate limiting
Gzip 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7B6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554480"/>
            <a:ext cx="2560320" cy="54864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642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Worker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212848"/>
            <a:ext cx="2560320" cy="54864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3225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Worker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71215"/>
            <a:ext cx="2560320" cy="54864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9809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Worker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C7B6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920240"/>
            <a:ext cx="2286000" cy="100584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PostgreSQL
+ Redis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6400800" cy="30175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64008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2160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Nginx config: /etc/nginx/sites-available/myapp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6400800" cy="246888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97680"/>
            <a:ext cx="6126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upstream myapp 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server unix:/run/myapp.sock;    # your systemd service!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server 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listen 80;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server_name myapp.com;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# Static files — Nginx serves these directly (fast!)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location /static/ 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alias /var/www/myapp/static/;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expires 1y;    # browser caches for 1 year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}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# Everything else -&gt; proxy to your Python app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location / 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proxy_pass http://myapp;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proxy_set_header Host $host;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proxy_set_header X-Real-IP $remote_addr;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}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657600"/>
            <a:ext cx="4572000" cy="30175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3657600"/>
            <a:ext cx="457200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72160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Why Nginx in front?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25196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HTTPS (TLS/SSL) — encrypted connections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Serves static files without touching Python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Rate limiting — blocks abuse/spam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Gzip compression — smaller responses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Handles slow clients (buffering)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5B8C5A"/>
                </a:solidFill>
                <a:latin typeface="Calibri"/>
              </a:rPr>
              <a:t>▸ </a:t>
            </a:r>
            <a:r>
              <a:rPr sz="1400">
                <a:solidFill>
                  <a:srgbClr val="3D2B1F"/>
                </a:solidFill>
                <a:latin typeface="Calibri"/>
              </a:rPr>
              <a:t>You already have it: apt install nginx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Secrets &amp; Configuration — The .env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Never put passwords in your code! Use environment variables (you know these from Linux).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The .env file (add to .gitignore!)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394960" cy="425196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12064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# /var/www/myapp/.env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NEVER commit this to git!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SECRET_KEY=my-super-secret-key-here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DEBUG=False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DATABASE_URL=postgresql://user:pw@localhost:5432/mydb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REDIS_URL=redis://localhost:6379/0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ALLOWED_HOSTS=myapp.com,www.myapp.com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You already know this from Linux: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export $(cat .env | xargs)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echo $SECRET_KEY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In Django settings.py: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import os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from dotenv import load_dotenv  # pip install python-dotenv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load_dotenv()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SECRET_KEY   = os.environ["SECRET_KEY"]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DEBUG        = os.getenv("DEBUG","False") == "True"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DATABASE_URL = os.environ["DATABASE_URL"]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57784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57784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270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Security rules: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chmod 600 .env — only owner can read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Add .env to .gitignore — NEVER commit secrets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Use different .env files for dev vs production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Database passwords never in settings.py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▸ </a:t>
            </a:r>
            <a:r>
              <a:rPr sz="1600">
                <a:solidFill>
                  <a:srgbClr val="3D2B1F"/>
                </a:solidFill>
                <a:latin typeface="Calibri"/>
              </a:rPr>
              <a:t>Django: run python manage.py check --deploy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892040"/>
            <a:ext cx="5577840" cy="146304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956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3A"/>
                </a:solidFill>
                <a:latin typeface="Calibri"/>
              </a:rPr>
              <a:t>FastAPI uses pydantic-settings: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321808"/>
            <a:ext cx="5577840" cy="100584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5458968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0D8A8"/>
                </a:solidFill>
                <a:latin typeface="Consolas"/>
              </a:rPr>
              <a:t>from pydantic_settings import BaseSettings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class Settings(BaseSettings):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secret_key: str      # required!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debug: bool = False  # default value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database_url: str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model_config = {"env_file": ".env"}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The Full Picture — Everything Connected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This is what a production web server looks like. You understand every piece now!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463040"/>
            <a:ext cx="2103120" cy="6858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15270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Internet /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945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C7B6B"/>
                </a:solidFill>
                <a:latin typeface="Calibri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331720"/>
            <a:ext cx="3931920" cy="7772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4231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Nginx  :80 / :443   (apt install nginx)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82112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C7B6B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3337560"/>
            <a:ext cx="2651760" cy="7315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3401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Gunicorn Worker 1   (systemd)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3337560"/>
            <a:ext cx="2651760" cy="7315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3401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Gunicorn Worker 2   (systemd)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3337560"/>
            <a:ext cx="2651760" cy="7315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3401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Gunicorn Worker 3   (systemd)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33087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C7B6B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33087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C7B6B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133087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C7B6B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3474720" cy="7315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
(apt install postgresql)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343400"/>
            <a:ext cx="3749039" cy="7315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4416552"/>
            <a:ext cx="356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Redis — Cache + Queue
(apt install redis-server)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343400"/>
            <a:ext cx="3474720" cy="731520"/>
          </a:xfrm>
          <a:prstGeom prst="rect">
            <a:avLst/>
          </a:prstGeom>
          <a:solidFill>
            <a:srgbClr val="8C7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416552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Static Files
(/var/www/myapp/static/)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49240"/>
            <a:ext cx="3200400" cy="12801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22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Linux tools you know: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systemctl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journalctl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8076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ps aux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6364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htop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ss -tlnp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5349240"/>
            <a:ext cx="3657600" cy="12801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54223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Security tools: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7150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ufw (firewall)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8978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chmod / chown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0807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.env (secrets)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263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logrotate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4465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crontab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5349240"/>
            <a:ext cx="3931920" cy="12801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54223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Python tools: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7150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pip + venv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8978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gunicorn / uvicorn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60807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django-admin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626364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manage.py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64465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7B6B"/>
                </a:solidFill>
                <a:latin typeface="Calibri"/>
              </a:rPr>
              <a:t>celery (optional)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4648" y="1097280"/>
            <a:ext cx="1828800" cy="18288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84648" y="128016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B85042"/>
                </a:solidFill>
                <a:latin typeface="Georgia"/>
              </a:rPr>
              <a:t>Speed &amp;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C7B6B"/>
                </a:solidFill>
                <a:latin typeface="Calibri"/>
              </a:rPr>
              <a:t>Your app runs in production. Users are happy. But then traffic spikes hit...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Caching with Redis — 10x to 100x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Why hit the database every time if the answer hasn't changed? Store it in memory!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The Problem: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User requests /products → Django queries PostgreSQL → 50ms. 100 users request the same page → 100 identical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C5A"/>
                </a:solidFill>
                <a:latin typeface="Calibri"/>
              </a:rPr>
              <a:t>With Redis: first request queries DB (50ms), stores result. Next 99 get it from memory (0.5ms)!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394960" cy="36576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39496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Django + Redis cache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5394960" cy="306324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11879"/>
            <a:ext cx="51206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# pip install django-redis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settings.py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CACHES = 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"default": {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"BACKEND": "django_redis.cache.RedisCache",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"LOCATION": os.environ["REDIS_URL"],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}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views.py — cache for 15 minutes!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from django.views.decorators.cache import cache_page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@cache_page(60 * 15)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def product_list(request):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products = Product.objects.all()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return render(request, 'list.html',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          {'products': products})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First call: 50ms (hits database)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Next calls: 0.5ms (from Redis memory!)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926080"/>
            <a:ext cx="5577840" cy="36576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926080"/>
            <a:ext cx="557784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9900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FastAPI + Redis (async)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474720"/>
            <a:ext cx="5577840" cy="306324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11879"/>
            <a:ext cx="530352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# pip install redis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import redis.asyncio as aioredis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import json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@app.on_event("startup")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async def startup():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global redis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redis = aioredis.from_url(os.environ["REDIS_URL"])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@app.get("/products")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async def list_products(db=Depends(get_db)):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# Try cache first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cached = await redis.get("products:all")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if cached: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return json.loads(cached)  # 0.5ms!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# Cache miss — hit database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products = await fetch_products(db)  # 50ms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await redis.setex("products:all", 600,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                  json.dumps(products))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    return products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Database Optimisation — The #1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Most slow web apps have a database problem, not a Python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749039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749039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The N+1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Your code accidentally makes
100 queries instead of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788920"/>
            <a:ext cx="3547872" cy="361188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926079"/>
            <a:ext cx="327355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0D8A8"/>
                </a:solidFill>
                <a:latin typeface="Consolas"/>
              </a:rPr>
              <a:t># N+1: 1 query + 100 extra queries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posts = Post.objects.all()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for post in posts: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print(post.author.name)  # query per post!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Fixed: just 1 query with JOIN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posts = Post.objects.select_related('author')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Check your query count: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from django.db import connection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print(len(connection.queries))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463040"/>
            <a:ext cx="3749039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3749039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Missing 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Database scans entire table
instead of jumping to the right row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788920"/>
            <a:ext cx="3547872" cy="361188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926079"/>
            <a:ext cx="327355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0D8A8"/>
                </a:solidFill>
                <a:latin typeface="Consolas"/>
              </a:rPr>
              <a:t># Without index: scan 1 million rows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With index: find it in ~20 lookups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Django: add to your model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class Post(models.Model):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author = models.ForeignKey(User, ...)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created = models.DateTimeField()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class Meta: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    indexes = [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        models.Index(fields=['-created']),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        models.Index(fields=['author']),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    ]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Then: python manage.py makemigrations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463040"/>
            <a:ext cx="3749039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463040"/>
            <a:ext cx="3749039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Connection Pooling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7B6B"/>
                </a:solidFill>
                <a:latin typeface="Calibri"/>
              </a:rPr>
              <a:t>Opening a new DB connection
per request is expensive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94192" y="2788920"/>
            <a:ext cx="3547872" cy="361188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2926079"/>
            <a:ext cx="327355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0D8A8"/>
                </a:solidFill>
                <a:latin typeface="Consolas"/>
              </a:rPr>
              <a:t># PostgreSQL creates a new OS process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for EVERY connection — heavy!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Django: keep connections alive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DATABASES = {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"default": {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    "ENGINE": "django.db.backends.postgresql",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    ...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    "CONN_MAX_AGE": 60,  # reuse for 60 sec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    }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}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For heavy traffic: use PgBouncer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apt install pgbouncer</a:t>
            </a:r>
          </a:p>
          <a:p>
            <a:r>
              <a:rPr sz="1100">
                <a:solidFill>
                  <a:srgbClr val="F0D8A8"/>
                </a:solidFill>
                <a:latin typeface="Consolas"/>
              </a:rPr>
              <a:t># Pool of 20 connections shared by all workers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Monitoring — Know When Things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You can't fix what you can't see. Use your Linux skills to watch your app.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Linux commands you already know: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394960" cy="420624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51206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Is your app running?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systemctl status myapp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ps aux | grep gunicorn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What ports are open?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ss -tlnp | grep 8000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CPU and memory usage (live)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htop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top -p $(pgrep -f gunicorn)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Disk space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df -h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App logs (live tail)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journalctl -u myapp -f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Only errors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journalctl -u myapp -p err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Nginx access log (who's visiting?)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tail -f /var/log/nginx/access.log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Nginx error log (what's failing?)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tail -f /var/log/nginx/error.log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577840" cy="484632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57784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270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Add a health check endpoint: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57400"/>
            <a:ext cx="5577840" cy="246888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5303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0D8A8"/>
                </a:solidFill>
                <a:latin typeface="Consolas"/>
              </a:rPr>
              <a:t># Django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from django.http import JsonResponse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def health(request):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return JsonResponse({"status": "ok"})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urls.py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urlpatterns = [path("health/", health)]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FastAPI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@app.get("/health")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async def health():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    return {"status": "ok"}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Test it:</a:t>
            </a:r>
          </a:p>
          <a:p>
            <a:r>
              <a:rPr sz="1300">
                <a:solidFill>
                  <a:srgbClr val="F0D8A8"/>
                </a:solidFill>
                <a:latin typeface="Consolas"/>
              </a:rPr>
              <a:t># curl http://localhost:8000/health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C5A"/>
                </a:solidFill>
                <a:latin typeface="Georgia"/>
              </a:rPr>
              <a:t>Python logging: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074920"/>
            <a:ext cx="5577840" cy="118872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521208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0D8A8"/>
                </a:solidFill>
                <a:latin typeface="Consolas"/>
              </a:rPr>
              <a:t># Use Python's built-in logging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import logging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logger = logging.getLogger(__name__)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In your views: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logger.info("User %s logged in", user.id)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logger.error("Payment failed for order %s", order_id)</a:t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0D8A8"/>
                </a:solidFill>
                <a:latin typeface="Consolas"/>
              </a:rPr>
              <a:t># These show up in journalctl!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Security Basics — Protect Your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Your app is on the internet. Attackers will try to break in. Here's how to stop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SQL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alibri"/>
              </a:rPr>
              <a:t>Attackers send malicious SQL
through your forms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606040" cy="379476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23317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D8A8"/>
                </a:solidFill>
                <a:latin typeface="Consolas"/>
              </a:rPr>
              <a:t># NEVER do this: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User.objects.raw(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  f"SELECT * FROM users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    WHERE name='{user_input}'"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)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Attacker sends: ' OR 1=1 --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Always use the ORM: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User.objects.filter(name=user_input)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Django escapes the input for you!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74320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Exposed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29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alibri"/>
              </a:rPr>
              <a:t>Passwords and keys
in your source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606040"/>
            <a:ext cx="2606040" cy="379476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743200"/>
            <a:ext cx="23317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D8A8"/>
                </a:solidFill>
                <a:latin typeface="Consolas"/>
              </a:rPr>
              <a:t># NEVER commit secrets: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SECRET_KEY = "abc123"  # in settings.py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Use .env file: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SECRET_KEY = os.environ["SECRET_KEY"]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.gitignore: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.env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*.sqlite3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__pycache__/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chmod 600 .env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743200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No 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29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alibri"/>
              </a:rPr>
              <a:t>All ports open
to the 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06040"/>
            <a:ext cx="2606040" cy="379476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743200"/>
            <a:ext cx="23317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D8A8"/>
                </a:solidFill>
                <a:latin typeface="Consolas"/>
              </a:rPr>
              <a:t># Only open what you need: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ufw default deny incoming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ufw default allow outgoing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ufw allow 'Nginx Full'  # 80, 443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ufw allow OpenSSH        # 22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ufw enable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Check: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ufw status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Now only web + SSH are open!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463040"/>
            <a:ext cx="274320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No HTTPS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029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alibri"/>
              </a:rPr>
              <a:t>Data sent in plain text
anyone can read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606040"/>
            <a:ext cx="2606040" cy="3794760"/>
          </a:xfrm>
          <a:prstGeom prst="rect">
            <a:avLst/>
          </a:prstGeom>
          <a:solidFill>
            <a:srgbClr val="3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743200"/>
            <a:ext cx="23317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D8A8"/>
                </a:solidFill>
                <a:latin typeface="Consolas"/>
              </a:rPr>
              <a:t># Free HTTPS with Let's Encrypt: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apt install certbot \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  python3-certbot-nginx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certbot --nginx \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  -d myapp.com \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  -d www.myapp.com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Auto-renews! Check: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sudo certbot renew --dry-run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# Django:</a:t>
            </a:r>
          </a:p>
          <a:p>
            <a:r>
              <a:rPr sz="1000">
                <a:solidFill>
                  <a:srgbClr val="F0D8A8"/>
                </a:solidFill>
                <a:latin typeface="Consolas"/>
              </a:rPr>
              <a:t>SECURE_SSL_REDIRECT = True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When Things Break — Troubleshooting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Every developer hits these. Here's your checklist.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502 Bad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7B6B"/>
                </a:solidFill>
                <a:latin typeface="Calibri"/>
              </a:rPr>
              <a:t>Nginx can't reach your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5042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systemctl status myapp  &lt;- is it running?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85042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journalctl -u myapp -n 50  &lt;- check errors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85042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ls -la /run/myapp.sock  &lt;- socket exists?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85042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systemctl restart myapp  &lt;- try restart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743200" cy="50292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App is 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299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7B6B"/>
                </a:solidFill>
                <a:latin typeface="Calibri"/>
              </a:rPr>
              <a:t>Response takes &gt; 1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7A3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htop  &lt;- CPU or memory maxed out?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07A3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journalctl -u myapp | grep slow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07A3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Check N+1 queries (django-debug-toolbar)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07A3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Add caching with Redis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74320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ImportError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299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7B6B"/>
                </a:solidFill>
                <a:latin typeface="Calibri"/>
              </a:rPr>
              <a:t>Module not found on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8C5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source venv/bin/activate  &lt;- right venv?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B8C5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which python  &lt;- check it points to venv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B8C5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pip install -r requirements.txt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5B8C5A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pip freeze &gt; requirements.txt  (local first!)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743200" cy="50292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63040"/>
            <a:ext cx="2743200" cy="50292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27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Can't Connect to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0299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7B6B"/>
                </a:solidFill>
                <a:latin typeface="Calibri"/>
              </a:rPr>
              <a:t>PostgreSQL refuses 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688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A7C8F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systemctl status postgresql  &lt;- running?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A7C8F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ss -tlnp | grep 5432  &lt;- listening?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A7C8F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cat .env | grep DATABASE  &lt;- correct URL?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A7C8F"/>
                </a:solidFill>
                <a:latin typeface="Calibri"/>
              </a:rPr>
              <a:t>▸ </a:t>
            </a:r>
            <a:r>
              <a:rPr sz="1300">
                <a:solidFill>
                  <a:srgbClr val="3D2B1F"/>
                </a:solidFill>
                <a:latin typeface="Calibri"/>
              </a:rPr>
              <a:t>psql -U myuser -d mydb  &lt;- can you login?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Debugging = reading error messages + checking Linux services. You already have the skills!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When One Server Isn't Enough —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Your app is fast for 100 users. Now 10,000 show up. What do you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36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5042"/>
                </a:solidFill>
                <a:latin typeface="Georgia"/>
              </a:rPr>
              <a:t>Optimise first!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Profile your code, fix slow queries, add caching.
This alone handles 10x more traffic.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83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Most apps never need more than this step!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52928"/>
            <a:ext cx="640080" cy="64008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950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16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7C8F"/>
                </a:solidFill>
                <a:latin typeface="Georgia"/>
              </a:rPr>
              <a:t>Vertical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Add more CPU/RAM to your server. Quick and easy.
2 cores → 8 cores = 4x more Gunicorn workers.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63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Upgrade your VPS. No code changes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33088"/>
            <a:ext cx="640080" cy="64008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966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8C5A"/>
                </a:solidFill>
                <a:latin typeface="Georgia"/>
              </a:rPr>
              <a:t>Database replicas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80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One DB for writes, copies for reads.
Most apps are 90% reads — this is huge.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434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PostgreSQL streaming replication.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03519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413247"/>
            <a:ext cx="640080" cy="64008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49823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7667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A3A"/>
                </a:solidFill>
                <a:latin typeface="Georgia"/>
              </a:rPr>
              <a:t>Horizontal scaling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6071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2B1F"/>
                </a:solidFill>
                <a:latin typeface="Calibri"/>
              </a:rPr>
              <a:t>Add more servers behind a load balancer.
Nginx upstream {} can balance across multiple servers.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62355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Now you're in the big leagues.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Start simple. Scale when you need to. Most apps run fine on a single well-optimised server.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Your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Print this slide. Follow it every time you deploy a new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57200" cy="420624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074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53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C5A"/>
                </a:solidFill>
                <a:latin typeface="Georgia"/>
              </a:rPr>
              <a:t>Install system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sudo apt install python3 python3-venv nginx postgresql redis-server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6231"/>
            <a:ext cx="457200" cy="420624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11095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8366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C5A"/>
                </a:solidFill>
                <a:latin typeface="Georgia"/>
              </a:rPr>
              <a:t>Create project &amp; venv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0195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mkdir /var/www/myapp &amp;&amp; python3 -m venv venv &amp;&amp; source venv/bin/activate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86584"/>
            <a:ext cx="457200" cy="420624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4144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140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C8F"/>
                </a:solidFill>
                <a:latin typeface="Georgia"/>
              </a:rPr>
              <a:t>Clone code &amp; install deps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32303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git clone ... &amp;&amp; pip install -r requirements.txt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16935"/>
            <a:ext cx="457200" cy="420624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799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4436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C8F"/>
                </a:solidFill>
                <a:latin typeface="Georgia"/>
              </a:rPr>
              <a:t>Create .env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962655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nano .env  -&gt;  SECRET_KEY, DATABASE_URL, etc.  -&gt;  chmod 600 .env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47287"/>
            <a:ext cx="457200" cy="420624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02151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C8F"/>
                </a:solidFill>
                <a:latin typeface="Georgia"/>
              </a:rPr>
              <a:t>Set up 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93007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sudo -u postgres createdb mydb &amp;&amp; createuser myuser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77639"/>
            <a:ext cx="457200" cy="420624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32503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3A"/>
                </a:solidFill>
                <a:latin typeface="Georgia"/>
              </a:rPr>
              <a:t>Run migrations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02335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python manage.py migrate &amp;&amp; python manage.py collectstatic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07992"/>
            <a:ext cx="457200" cy="420624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62855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354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3A"/>
                </a:solidFill>
                <a:latin typeface="Georgia"/>
              </a:rPr>
              <a:t>Create systemd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5537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sudo nano /etc/systemd/system/myapp.service -&gt; systemctl enable --now myapp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38344"/>
            <a:ext cx="457200" cy="42062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093207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0657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Georgia"/>
              </a:rPr>
              <a:t>Configure Nginx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0840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sudo nano /etc/nginx/sites-available/myapp -&gt; ln -s ... -&gt; nginx -t -&gt; reload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68696"/>
            <a:ext cx="457200" cy="42062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623559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596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Georgia"/>
              </a:rPr>
              <a:t>Set up firewall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61441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sudo ufw allow 'Nginx Full' &amp;&amp; ufw allow OpenSSH &amp;&amp; ufw enable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99048"/>
            <a:ext cx="457200" cy="420624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5391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6126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C5A"/>
                </a:solidFill>
                <a:latin typeface="Georgia"/>
              </a:rPr>
              <a:t>Test everything!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61447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7B6B"/>
                </a:solidFill>
                <a:latin typeface="Consolas"/>
              </a:rPr>
              <a:t>curl http://localhost/health  &amp;&amp;  systemctl status myapp  &amp;&amp;  check logs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What You Learned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solidFill>
            <a:srgbClr val="3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64008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07007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DDCB"/>
                </a:solidFill>
                <a:latin typeface="Calibri"/>
              </a:rPr>
              <a:t>Your Linux, networking &amp; Python skills are the foundation — everything builds on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47088"/>
            <a:ext cx="11247120" cy="640080"/>
          </a:xfrm>
          <a:prstGeom prst="rect">
            <a:avLst/>
          </a:prstGeom>
          <a:solidFill>
            <a:srgbClr val="3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47088"/>
            <a:ext cx="73152" cy="6400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DDCB"/>
                </a:solidFill>
                <a:latin typeface="Calibri"/>
              </a:rPr>
              <a:t>Flask taught you routing. Django adds batteries. FastAPI adds async speed. Pick the right tool.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96896"/>
            <a:ext cx="11247120" cy="640080"/>
          </a:xfrm>
          <a:prstGeom prst="rect">
            <a:avLst/>
          </a:prstGeom>
          <a:solidFill>
            <a:srgbClr val="3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96896"/>
            <a:ext cx="73152" cy="64008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06624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DDCB"/>
                </a:solidFill>
                <a:latin typeface="Calibri"/>
              </a:rPr>
              <a:t>Python's GIL means: processes for CPU parallelism, threads for I/O, async for massive concurrency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46704"/>
            <a:ext cx="11247120" cy="640080"/>
          </a:xfrm>
          <a:prstGeom prst="rect">
            <a:avLst/>
          </a:prstGeom>
          <a:solidFill>
            <a:srgbClr val="3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73152" cy="64008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5643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DDCB"/>
                </a:solidFill>
                <a:latin typeface="Calibri"/>
              </a:rPr>
              <a:t>Never use flask run in production — Gunicorn manages worker processes that handle real traffic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96511"/>
            <a:ext cx="11247120" cy="640080"/>
          </a:xfrm>
          <a:prstGeom prst="rect">
            <a:avLst/>
          </a:prstGeom>
          <a:solidFill>
            <a:srgbClr val="3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96511"/>
            <a:ext cx="73152" cy="64008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DDCB"/>
                </a:solidFill>
                <a:latin typeface="Calibri"/>
              </a:rPr>
              <a:t>systemd keeps your app alive. Nginx is the front door. Redis is your speed boost.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solidFill>
            <a:srgbClr val="3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73152" cy="64008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5604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DDCB"/>
                </a:solidFill>
                <a:latin typeface="Calibri"/>
              </a:rPr>
              <a:t>Profile before optimising. Fix N+1 queries. Add indexes. Cache with Redis. Then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96128"/>
            <a:ext cx="11247120" cy="640080"/>
          </a:xfrm>
          <a:prstGeom prst="rect">
            <a:avLst/>
          </a:prstGeom>
          <a:solidFill>
            <a:srgbClr val="3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596128"/>
            <a:ext cx="73152" cy="6400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05856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DDCB"/>
                </a:solidFill>
                <a:latin typeface="Calibri"/>
              </a:rPr>
              <a:t>Security: .env for secrets, ufw firewall, HTTPS with Let's Encrypt, ORM prevents SQL injection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You started with  flask run  on your laptop. Now you can deploy production web apps on Linux.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85042"/>
                </a:solidFill>
                <a:latin typeface="Georgia"/>
              </a:rPr>
              <a:t>What's Coming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C7B6B"/>
                </a:solidFill>
                <a:latin typeface="Calibri"/>
              </a:rPr>
              <a:t>You've built a strong foundation. Here's a preview of the next level.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73152" cy="1143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7C8F"/>
                </a:solidFill>
                <a:latin typeface="Georgia"/>
              </a:rPr>
              <a:t>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Package your app + Linux into a portable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Runs the same everywhere — your laptop, the cloud, anywhere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24912"/>
            <a:ext cx="73152" cy="114300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8C5A"/>
                </a:solidFill>
                <a:latin typeface="Georgia"/>
              </a:rPr>
              <a:t>Kubernetes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552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Orchestrate hundreds of containers across servers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449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Auto-scaling, self-healing, used by Google, Netflix, Spotify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86783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86783"/>
            <a:ext cx="73152" cy="11430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9651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7A3A"/>
                </a:solidFill>
                <a:latin typeface="Georgia"/>
              </a:rPr>
              <a:t>CI/CD Pipelines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171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Automatically test &amp; deploy on every git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0682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GitHub Actions, testing, zero-downtime deploys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48656"/>
            <a:ext cx="11247120" cy="11430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248656"/>
            <a:ext cx="73152" cy="1143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583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Georgia"/>
              </a:rPr>
              <a:t>Cloud 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790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AWS, GCP, Azure — deploy without managing servers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56869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7B6B"/>
                </a:solidFill>
                <a:latin typeface="Calibri"/>
              </a:rPr>
              <a:t>Managed databases, auto-scaling, global CDN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0E6D6"/>
                </a:solidFill>
                <a:latin typeface="Calibri"/>
              </a:rPr>
              <a:t>But first — master what you learned today. Build something. Deploy it. Break it. Fix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